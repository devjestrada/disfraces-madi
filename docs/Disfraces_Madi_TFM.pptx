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E0A34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011680"/>
            <a:ext cx="73152" cy="73152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005840"/>
            <a:ext cx="128016" cy="128016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77440"/>
            <a:ext cx="182880" cy="18288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6400800"/>
            <a:ext cx="100584" cy="100584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5394960"/>
            <a:ext cx="155448" cy="155448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67665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3931920"/>
            <a:ext cx="128016" cy="128016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2926080"/>
            <a:ext cx="182880" cy="182880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429768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463040"/>
            <a:ext cx="155448" cy="155448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457200"/>
            <a:ext cx="73152" cy="73152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182880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5852160"/>
            <a:ext cx="182880" cy="182880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0" y="4846320"/>
            <a:ext cx="100584" cy="100584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6217920"/>
            <a:ext cx="155448" cy="155448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3383280"/>
            <a:ext cx="73152" cy="73152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2377440"/>
            <a:ext cx="128016" cy="128016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3749040"/>
            <a:ext cx="182880" cy="18288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914400"/>
            <a:ext cx="100584" cy="100584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6766560"/>
            <a:ext cx="155448" cy="155448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12801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5303520"/>
            <a:ext cx="128016" cy="128016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4297680"/>
            <a:ext cx="182880" cy="182880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566928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2834640"/>
            <a:ext cx="155448" cy="155448"/>
          </a:xfrm>
          <a:prstGeom prst="ellipse">
            <a:avLst/>
          </a:prstGeom>
          <a:solidFill>
            <a:srgbClr val="F2A900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1828800"/>
            <a:ext cx="73152" cy="73152"/>
          </a:xfrm>
          <a:prstGeom prst="ellipse">
            <a:avLst/>
          </a:prstGeom>
          <a:solidFill>
            <a:srgbClr val="128A7E">
              <a:alpha val="3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· PROYECTO FINAL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19659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Disfraces Madi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822960" y="32461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digital de disfraces del Carnaval de Barranquilla,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agendamiento por WhatsApp y gestión administrativa.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Desarrollo con IA  ·  BIG school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892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Antonio Estrada Frasés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966960" y="4709160"/>
            <a:ext cx="777240" cy="77724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1270" y="4903470"/>
            <a:ext cx="38862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Objetivo del proyecto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Madi es un negocio local de Barranquilla dedicado al alquiler y venta de disfraces de carnaval. Su catálogo vivía disperso en fotos de WhatsApp y redes sociales, sin un canal digital propio que mostrara las piezas disponibles ni facilitara agendar una cita.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6309360" cy="2286000"/>
          </a:xfrm>
          <a:prstGeom prst="roundRect">
            <a:avLst>
              <a:gd name="adj" fmla="val 4800"/>
            </a:avLst>
          </a:prstGeom>
          <a:solidFill>
            <a:srgbClr val="FBF0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39182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resuelve esto ofreciendo: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4251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visual ordenado y accesible desde cualquier dispositivo.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directo hacia WhatsApp para agendar cita sin fricción.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administrativo para mantener el catálogo actualizado.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178040" y="1691640"/>
            <a:ext cx="4480560" cy="4114800"/>
          </a:xfrm>
          <a:prstGeom prst="roundRect">
            <a:avLst>
              <a:gd name="adj" fmla="val 3111"/>
            </a:avLst>
          </a:prstGeom>
          <a:solidFill>
            <a:srgbClr val="7A1150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2103120"/>
            <a:ext cx="73152" cy="73152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0" y="2743200"/>
            <a:ext cx="128016" cy="128016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828800"/>
            <a:ext cx="182880" cy="182880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424160" y="4937760"/>
            <a:ext cx="100584" cy="100584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766560" y="5486400"/>
            <a:ext cx="155448" cy="155448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498080" y="3017520"/>
            <a:ext cx="73152" cy="73152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784080" y="4480560"/>
            <a:ext cx="128016" cy="128016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326880" y="1828800"/>
            <a:ext cx="182880" cy="182880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418320" y="1371600"/>
            <a:ext cx="100584" cy="100584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103120" y="5577840"/>
            <a:ext cx="155448" cy="155448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9006840" y="2148840"/>
            <a:ext cx="822960" cy="82296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80" y="235458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52360" y="32004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 catálogo disperso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una experiencia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digital coherente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7635240" y="4572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local, festiva y profesional, orientada a conversión.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Descripción general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es una aplicación web (SPA) que presenta el catálogo de disfraces de carnaval de Atelier Madi en Barranquilla, Colombia. Combina identidad visual local, diseño refinado y un flujo de conversión orientado a WhatsApp para consultas y agendamientos personalizados.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7F2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520440"/>
            <a:ext cx="685800" cy="68580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36918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3434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Público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navegable por cualquier visitante, sin necesidad de registro.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320040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7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3520440"/>
            <a:ext cx="685800" cy="68580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36918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3434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Conversión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470916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disfraz conecta directo a WhatsApp para agendar cita.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320040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7F2F5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3520440"/>
            <a:ext cx="685800" cy="68580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36918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43434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66760" y="470916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 privado para mantener el catálogo al día.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A1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73152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822960"/>
            <a:ext cx="128016" cy="128016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3383280"/>
            <a:ext cx="182880" cy="182880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2468880"/>
            <a:ext cx="100584" cy="100584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4023360"/>
            <a:ext cx="155448" cy="155448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5669280"/>
            <a:ext cx="73152" cy="73152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3566160"/>
            <a:ext cx="128016" cy="128016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0" y="2011680"/>
            <a:ext cx="182880" cy="182880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12880" y="3291840"/>
            <a:ext cx="100584" cy="100584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0" y="5577840"/>
            <a:ext cx="155448" cy="155448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5120640"/>
            <a:ext cx="73152" cy="73152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4023360"/>
            <a:ext cx="128016" cy="12801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0" y="1097280"/>
            <a:ext cx="182880" cy="182880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95760" y="6766560"/>
            <a:ext cx="100584" cy="100584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731520"/>
            <a:ext cx="155448" cy="155448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5852160"/>
            <a:ext cx="73152" cy="73152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LA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Funcionalidades principales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48640" y="1874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213055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272284"/>
            <a:ext cx="283464" cy="28346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21305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visual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04672" y="277063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con galería de imágenes, tallas y descripción técnica.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43400" y="1874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26" name="Shape 23"/>
          <p:cNvSpPr/>
          <p:nvPr/>
        </p:nvSpPr>
        <p:spPr>
          <a:xfrm>
            <a:off x="4599432" y="213055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64" y="2272284"/>
            <a:ext cx="283464" cy="28346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03520" y="21305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por WhatsApp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4599432" y="277063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directo que arma el mensaje de consulta o agendamiento.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38160" y="1874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31" name="Shape 27"/>
          <p:cNvSpPr/>
          <p:nvPr/>
        </p:nvSpPr>
        <p:spPr>
          <a:xfrm>
            <a:off x="8394192" y="213055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924" y="2272284"/>
            <a:ext cx="283464" cy="28346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098280" y="21305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</a:t>
            </a:r>
            <a:endParaRPr lang="en-US" sz="1450" dirty="0"/>
          </a:p>
        </p:txBody>
      </p:sp>
      <p:sp>
        <p:nvSpPr>
          <p:cNvPr id="34" name="Text 29"/>
          <p:cNvSpPr/>
          <p:nvPr/>
        </p:nvSpPr>
        <p:spPr>
          <a:xfrm>
            <a:off x="8394192" y="277063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optimizada para navegación desde el móvil.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2446020" y="40233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36" name="Shape 31"/>
          <p:cNvSpPr/>
          <p:nvPr/>
        </p:nvSpPr>
        <p:spPr>
          <a:xfrm>
            <a:off x="2702052" y="427939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4421124"/>
            <a:ext cx="283464" cy="28346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406140" y="42793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administrativo</a:t>
            </a:r>
            <a:endParaRPr lang="en-US" sz="1450" dirty="0"/>
          </a:p>
        </p:txBody>
      </p:sp>
      <p:sp>
        <p:nvSpPr>
          <p:cNvPr id="39" name="Text 33"/>
          <p:cNvSpPr/>
          <p:nvPr/>
        </p:nvSpPr>
        <p:spPr>
          <a:xfrm>
            <a:off x="2702052" y="491947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protegida para crear, editar y publicar disfraces.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6240780" y="40233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41" name="Shape 35"/>
          <p:cNvSpPr/>
          <p:nvPr/>
        </p:nvSpPr>
        <p:spPr>
          <a:xfrm>
            <a:off x="6496812" y="427939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421124"/>
            <a:ext cx="283464" cy="28346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200900" y="42793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de marca</a:t>
            </a:r>
            <a:endParaRPr lang="en-US" sz="1450" dirty="0"/>
          </a:p>
        </p:txBody>
      </p:sp>
      <p:sp>
        <p:nvSpPr>
          <p:cNvPr id="44" name="Text 37"/>
          <p:cNvSpPr/>
          <p:nvPr/>
        </p:nvSpPr>
        <p:spPr>
          <a:xfrm>
            <a:off x="6496812" y="491947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festiva, cercana y profesional en toda la web.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 catálogo a la cita agendada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868680" cy="86868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770" y="2411730"/>
            <a:ext cx="434340" cy="4343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93392" y="2103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11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9339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visitante navega el catálogo por categoría de disfraz.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90672" y="2624328"/>
            <a:ext cx="265176" cy="0"/>
          </a:xfrm>
          <a:prstGeom prst="line">
            <a:avLst/>
          </a:prstGeom>
          <a:noFill/>
          <a:ln w="25400">
            <a:solidFill>
              <a:srgbClr val="D8C6D2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206240" y="2194560"/>
            <a:ext cx="868680" cy="86868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0" y="2411730"/>
            <a:ext cx="434340" cy="4343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28032" y="2103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11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2803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Elegir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74720" y="36576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detalle: galería de imágenes, tallas y descripción técnica.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25312" y="2624328"/>
            <a:ext cx="265176" cy="0"/>
          </a:xfrm>
          <a:prstGeom prst="line">
            <a:avLst/>
          </a:prstGeom>
          <a:noFill/>
          <a:ln w="25400">
            <a:solidFill>
              <a:srgbClr val="D8C6D2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7040880" y="2194560"/>
            <a:ext cx="868680" cy="86868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50" y="2411730"/>
            <a:ext cx="434340" cy="4343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662672" y="2103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8A7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66267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792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Contactar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09360" y="36576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"Agendar cita" y se abre WhatsApp con el mensaje listo.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759952" y="2624328"/>
            <a:ext cx="265176" cy="0"/>
          </a:xfrm>
          <a:prstGeom prst="line">
            <a:avLst/>
          </a:prstGeom>
          <a:noFill/>
          <a:ln w="25400">
            <a:solidFill>
              <a:srgbClr val="D8C6D2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9875520" y="2194560"/>
            <a:ext cx="868680" cy="86868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690" y="2411730"/>
            <a:ext cx="434340" cy="4343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497312" y="2103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115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49731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05256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Confirmar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144000" y="36576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Madi confirma disponibilidad y cita presencial.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BF0F6"/>
          </a:solidFill>
          <a:ln/>
        </p:spPr>
      </p:sp>
      <p:sp>
        <p:nvSpPr>
          <p:cNvPr id="32" name="Text 26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por WhatsApp evita fricción: no requiere cuentas, formularios ni pasarelas de pago para iniciar la conversación comercial.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CATÁLOGO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Módulo administrativo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4114800"/>
          </a:xfrm>
          <a:prstGeom prst="roundRect">
            <a:avLst>
              <a:gd name="adj" fmla="val 3111"/>
            </a:avLst>
          </a:prstGeom>
          <a:solidFill>
            <a:srgbClr val="7A115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2517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Acceso protegido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560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cuenta con autenticación propia. Existen credenciales de prueba disponibles para la revisión del proyecto (no se muestran en esta presentación por seguridad).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611880"/>
            <a:ext cx="5852160" cy="0"/>
          </a:xfrm>
          <a:prstGeom prst="line">
            <a:avLst/>
          </a:prstGeom>
          <a:noFill/>
          <a:ln w="12700">
            <a:solidFill>
              <a:srgbClr val="9A4A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84048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 y eliminar disfraces del catálogo.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imágenes, tallas y descripciones técnicas.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despublicar piezas según disponibilidad.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269480" y="1737360"/>
            <a:ext cx="4389120" cy="4114800"/>
          </a:xfrm>
          <a:prstGeom prst="roundRect">
            <a:avLst>
              <a:gd name="adj" fmla="val 3111"/>
            </a:avLst>
          </a:prstGeom>
          <a:solidFill>
            <a:srgbClr val="F7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7589520" y="2057400"/>
            <a:ext cx="685800" cy="68580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970" y="22288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89520" y="32918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 autonomía al negocio: Atelier Madi puede mantener su catálogo actualizado sin depender de un desarrollador para cada cambio de temporada de carnaval.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05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128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5786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principal de interfaz de usuario.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37560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105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2128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20440" y="25786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estático para un código más robusto.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105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2128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25786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Bundler y entorno de desarrollo rápido.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915400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8105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8280" y="22128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098280" y="25786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utilitarios para el diseño visual.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474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3931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" y="40416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for React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31520" y="44074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 e interacciones fluidas.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337560" y="3474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63931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20440" y="40416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3520440" y="44074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base de datos, autenticación y storage de las imágenes del catálogo.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126480" y="3474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639312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09360" y="40416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309360" y="44074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del código fuente del proyecto.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8915400" y="3474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2F5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3639312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98280" y="40416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9098280" y="44074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publicación del sitio en producción.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7A1150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550408"/>
            <a:ext cx="384048" cy="384048"/>
          </a:xfrm>
          <a:prstGeom prst="rect">
            <a:avLst/>
          </a:prstGeom>
        </p:spPr>
      </p:pic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7320" y="5550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965960" y="534924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Netlify: cada cambio en el repositorio dispara un despliegue continuo a producción.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LAS PIEZAS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Arquitectura del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2F5"/>
          </a:solidFill>
          <a:ln w="12700">
            <a:solidFill>
              <a:srgbClr val="E3D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304288"/>
            <a:ext cx="502920" cy="50292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243001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3182112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el sitio desde cualquier dispositivo.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77640" y="210312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7F2F5"/>
          </a:solidFill>
          <a:ln w="12700">
            <a:solidFill>
              <a:srgbClr val="E3D3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78808" y="2304288"/>
            <a:ext cx="502920" cy="50292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538" y="243001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78808" y="2880360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React SPA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78808" y="3182112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construida con React, TypeScript y Vite.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92440" y="21031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7F2F5"/>
          </a:solidFill>
          <a:ln w="12700">
            <a:solidFill>
              <a:srgbClr val="E3D3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3608" y="2304288"/>
            <a:ext cx="502920" cy="50292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38" y="243001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3608" y="288036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93608" y="3182112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datos, autenticación y storage de imágenes.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017520" y="2788920"/>
            <a:ext cx="960120" cy="0"/>
          </a:xfrm>
          <a:prstGeom prst="line">
            <a:avLst/>
          </a:prstGeom>
          <a:noFill/>
          <a:ln w="25400">
            <a:solidFill>
              <a:srgbClr val="C9A9BC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086600" y="2788920"/>
            <a:ext cx="1005840" cy="0"/>
          </a:xfrm>
          <a:prstGeom prst="line">
            <a:avLst/>
          </a:prstGeom>
          <a:noFill/>
          <a:ln w="25400">
            <a:solidFill>
              <a:srgbClr val="C9A9BC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2286000" y="41148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4E0A34"/>
          </a:solidFill>
          <a:ln/>
        </p:spPr>
      </p:sp>
      <p:sp>
        <p:nvSpPr>
          <p:cNvPr id="22" name="Shape 17"/>
          <p:cNvSpPr/>
          <p:nvPr/>
        </p:nvSpPr>
        <p:spPr>
          <a:xfrm>
            <a:off x="2487168" y="4315968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898" y="4441698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487168" y="4892040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487168" y="5193792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el código fuente del proyecto.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492240" y="41148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4E0A34"/>
          </a:solidFill>
          <a:ln/>
        </p:spPr>
      </p:sp>
      <p:sp>
        <p:nvSpPr>
          <p:cNvPr id="27" name="Shape 21"/>
          <p:cNvSpPr/>
          <p:nvPr/>
        </p:nvSpPr>
        <p:spPr>
          <a:xfrm>
            <a:off x="6693408" y="4315968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138" y="4441698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93408" y="4892040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693408" y="5193792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 despliegue continuo a producción.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5394960" y="4800600"/>
            <a:ext cx="1097280" cy="0"/>
          </a:xfrm>
          <a:prstGeom prst="line">
            <a:avLst/>
          </a:prstGeom>
          <a:noFill/>
          <a:ln w="25400">
            <a:solidFill>
              <a:srgbClr val="C9A9BC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8046720" y="4114800"/>
            <a:ext cx="0" cy="-640080"/>
          </a:xfrm>
          <a:prstGeom prst="line">
            <a:avLst/>
          </a:prstGeom>
          <a:noFill/>
          <a:ln w="25400">
            <a:solidFill>
              <a:srgbClr val="C9A9BC"/>
            </a:solidFill>
            <a:prstDash val="dash"/>
            <a:tailEnd type="triangle"/>
          </a:ln>
        </p:spPr>
      </p:sp>
      <p:sp>
        <p:nvSpPr>
          <p:cNvPr id="33" name="Text 26"/>
          <p:cNvSpPr/>
          <p:nvPr/>
        </p:nvSpPr>
        <p:spPr>
          <a:xfrm>
            <a:off x="8183880" y="35478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esquemático — se reemplazará por el diagrama detallado del proyecto cuando esté disponible.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1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3566160"/>
            <a:ext cx="73152" cy="73152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4023360"/>
            <a:ext cx="128016" cy="128016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2743200"/>
            <a:ext cx="182880" cy="182880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35440" y="4754880"/>
            <a:ext cx="100584" cy="100584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3566160"/>
            <a:ext cx="155448" cy="155448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017520"/>
            <a:ext cx="73152" cy="73152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3108960"/>
            <a:ext cx="128016" cy="128016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731520"/>
            <a:ext cx="182880" cy="182880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0" y="1005840"/>
            <a:ext cx="100584" cy="100584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4663440"/>
            <a:ext cx="155448" cy="155448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6675120"/>
            <a:ext cx="73152" cy="73152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0" y="182880"/>
            <a:ext cx="128016" cy="12801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5394960"/>
            <a:ext cx="182880" cy="182880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51760" y="2194560"/>
            <a:ext cx="100584" cy="100584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5760720"/>
            <a:ext cx="155448" cy="155448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103120"/>
            <a:ext cx="73152" cy="73152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IDEA AL PRODUCTO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Proceso de IA en el desarrollo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4864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180844"/>
            <a:ext cx="283464" cy="28346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20391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UI/UX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04672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se usó para diseñar la interfaz y experiencia de usuario.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26" name="Shape 23"/>
          <p:cNvSpPr/>
          <p:nvPr/>
        </p:nvSpPr>
        <p:spPr>
          <a:xfrm>
            <a:off x="4599432" y="2039112"/>
            <a:ext cx="566928" cy="566928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64" y="2180844"/>
            <a:ext cx="283464" cy="28346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03520" y="20391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asistido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4599432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y Claude apoyaron la escritura y revisión del código.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13816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31" name="Shape 27"/>
          <p:cNvSpPr/>
          <p:nvPr/>
        </p:nvSpPr>
        <p:spPr>
          <a:xfrm>
            <a:off x="8394192" y="2039112"/>
            <a:ext cx="566928" cy="566928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924" y="2180844"/>
            <a:ext cx="283464" cy="28346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098280" y="20391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Driven Development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8394192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requerimientos se definieron siguiendo este paradigma antes de programar.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2446020" y="39319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36" name="Shape 31"/>
          <p:cNvSpPr/>
          <p:nvPr/>
        </p:nvSpPr>
        <p:spPr>
          <a:xfrm>
            <a:off x="2702052" y="4187952"/>
            <a:ext cx="566928" cy="566928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4329684"/>
            <a:ext cx="283464" cy="28346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406140" y="4187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de imágenes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2702052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y Gemini se usaron para editar las fotos originales de los disfraces.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0780" y="39319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4E0A34"/>
          </a:solidFill>
          <a:ln/>
        </p:spPr>
      </p:sp>
      <p:sp>
        <p:nvSpPr>
          <p:cNvPr id="41" name="Shape 35"/>
          <p:cNvSpPr/>
          <p:nvPr/>
        </p:nvSpPr>
        <p:spPr>
          <a:xfrm>
            <a:off x="6496812" y="4187952"/>
            <a:ext cx="566928" cy="566928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329684"/>
            <a:ext cx="283464" cy="28346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200900" y="4187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con la API de Anthropic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6496812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facturas antiguas manuscritas (cursiva) para rescatar el historial de alquileres.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1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82880"/>
            <a:ext cx="73152" cy="73152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4114800"/>
            <a:ext cx="128016" cy="128016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1554480"/>
            <a:ext cx="182880" cy="182880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100584" cy="100584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2103120"/>
            <a:ext cx="155448" cy="155448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3108960"/>
            <a:ext cx="73152" cy="73152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3291840"/>
            <a:ext cx="128016" cy="128016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212080"/>
            <a:ext cx="182880" cy="182880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3840480"/>
            <a:ext cx="100584" cy="100584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5669280"/>
            <a:ext cx="155448" cy="155448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0" y="0"/>
            <a:ext cx="73152" cy="73152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04320" y="3474720"/>
            <a:ext cx="128016" cy="12801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3566160"/>
            <a:ext cx="182880" cy="182880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3931920"/>
            <a:ext cx="100584" cy="100584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914400"/>
            <a:ext cx="155448" cy="155448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0" y="6400800"/>
            <a:ext cx="73152" cy="73152"/>
          </a:xfrm>
          <a:prstGeom prst="ellipse">
            <a:avLst/>
          </a:prstGeom>
          <a:solidFill>
            <a:srgbClr val="F2A900">
              <a:alpha val="3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978640" y="2743200"/>
            <a:ext cx="128016" cy="128016"/>
          </a:xfrm>
          <a:prstGeom prst="ellipse">
            <a:avLst/>
          </a:prstGeom>
          <a:solidFill>
            <a:srgbClr val="128A7E">
              <a:alpha val="3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2103120"/>
            <a:ext cx="182880" cy="182880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Despliegue del proyecto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48640" y="19202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4E0A34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2240280"/>
            <a:ext cx="822960" cy="82296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4602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92024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disfracesmadi.com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920240" y="2651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en funcionamiento, accesible públicamente para explorar el catálogo completo.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3703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4E0A34"/>
          </a:solidFill>
          <a:ln/>
        </p:spPr>
      </p:sp>
      <p:sp>
        <p:nvSpPr>
          <p:cNvPr id="28" name="Shape 25"/>
          <p:cNvSpPr/>
          <p:nvPr/>
        </p:nvSpPr>
        <p:spPr>
          <a:xfrm>
            <a:off x="804672" y="3959352"/>
            <a:ext cx="594360" cy="59436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62" y="4107942"/>
            <a:ext cx="297180" cy="2971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04672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continua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04672" y="5074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se despliega directamente al dominio de producción.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343400" y="3703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4E0A34"/>
          </a:solidFill>
          <a:ln/>
        </p:spPr>
      </p:sp>
      <p:sp>
        <p:nvSpPr>
          <p:cNvPr id="33" name="Shape 29"/>
          <p:cNvSpPr/>
          <p:nvPr/>
        </p:nvSpPr>
        <p:spPr>
          <a:xfrm>
            <a:off x="4599432" y="3959352"/>
            <a:ext cx="594360" cy="59436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022" y="4107942"/>
            <a:ext cx="297180" cy="2971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599432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multi-dispositivo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4599432" y="5074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desde escritorio, tablet y móvil.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138160" y="3703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4E0A34"/>
          </a:solidFill>
          <a:ln/>
        </p:spPr>
      </p:sp>
      <p:sp>
        <p:nvSpPr>
          <p:cNvPr id="38" name="Shape 33"/>
          <p:cNvSpPr/>
          <p:nvPr/>
        </p:nvSpPr>
        <p:spPr>
          <a:xfrm>
            <a:off x="8394192" y="3959352"/>
            <a:ext cx="594360" cy="59436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782" y="4107942"/>
            <a:ext cx="297180" cy="2971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394192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8394192" y="5074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disponible en GitHub para revisión.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Aprendizajes y 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7F2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3660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Producto real, alcance acotado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SPA completa priorizando lo esencial para un negocio real: catálogo, conversión y gestión.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7F2F5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94560"/>
            <a:ext cx="685800" cy="68580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23660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 gestionado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7947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Supabase para datos y autenticación sin construir un backend propio desde cero.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7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94560"/>
            <a:ext cx="685800" cy="685800"/>
          </a:xfrm>
          <a:prstGeom prst="ellipse">
            <a:avLst/>
          </a:prstGeom>
          <a:solidFill>
            <a:srgbClr val="7A115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3660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1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Diseño con intención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7947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una identidad local y festiva en una interfaz digital coherente y profesional.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7A1150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2120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TFM demuestra un flujo completo: de un problema de negocio real a una aplicación desplegada, documentada y lista para usarse.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E0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E0A34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212080"/>
            <a:ext cx="73152" cy="73152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365760"/>
            <a:ext cx="128016" cy="128016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731520"/>
            <a:ext cx="182880" cy="18288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5943600"/>
            <a:ext cx="100584" cy="100584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2743200"/>
            <a:ext cx="155448" cy="155448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630936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651760"/>
            <a:ext cx="128016" cy="128016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3566160"/>
            <a:ext cx="182880" cy="182880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3383280"/>
            <a:ext cx="100584" cy="10058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3017520"/>
            <a:ext cx="155448" cy="155448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3474720"/>
            <a:ext cx="73152" cy="73152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0" y="219456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35440" y="4206240"/>
            <a:ext cx="182880" cy="182880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3017520"/>
            <a:ext cx="100584" cy="100584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155448" cy="155448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2560320"/>
            <a:ext cx="73152" cy="73152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82880"/>
            <a:ext cx="128016" cy="128016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457200"/>
            <a:ext cx="182880" cy="18288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4114800"/>
            <a:ext cx="100584" cy="100584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6126480"/>
            <a:ext cx="155448" cy="155448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649224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0" y="4846320"/>
            <a:ext cx="128016" cy="128016"/>
          </a:xfrm>
          <a:prstGeom prst="ellipse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1645920"/>
            <a:ext cx="182880" cy="182880"/>
          </a:xfrm>
          <a:prstGeom prst="ellipse">
            <a:avLst/>
          </a:prstGeom>
          <a:solidFill>
            <a:srgbClr val="128A7E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21040" y="5212080"/>
            <a:ext cx="100584" cy="10058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1188720"/>
            <a:ext cx="1417320" cy="14173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290" y="1543050"/>
            <a:ext cx="708660" cy="7086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Gracias</a:t>
            </a:r>
            <a:endParaRPr lang="en-US" sz="4600" dirty="0"/>
          </a:p>
        </p:txBody>
      </p:sp>
      <p:sp>
        <p:nvSpPr>
          <p:cNvPr id="30" name="Text 27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Antonio Estrada Frasés  ·  Máster en Desarrollo con IA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90956" y="4434840"/>
            <a:ext cx="5120640" cy="777240"/>
          </a:xfrm>
          <a:prstGeom prst="roundRect">
            <a:avLst>
              <a:gd name="adj" fmla="val 49412"/>
            </a:avLst>
          </a:prstGeom>
          <a:solidFill>
            <a:srgbClr val="7A1150"/>
          </a:solidFill>
          <a:ln/>
        </p:spPr>
      </p:sp>
      <p:sp>
        <p:nvSpPr>
          <p:cNvPr id="32" name="Shape 29"/>
          <p:cNvSpPr/>
          <p:nvPr/>
        </p:nvSpPr>
        <p:spPr>
          <a:xfrm>
            <a:off x="928116" y="4553712"/>
            <a:ext cx="548640" cy="54864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4690872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613916" y="4434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disfracesmadi.com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277356" y="4434840"/>
            <a:ext cx="5120640" cy="777240"/>
          </a:xfrm>
          <a:prstGeom prst="roundRect">
            <a:avLst>
              <a:gd name="adj" fmla="val 49412"/>
            </a:avLst>
          </a:prstGeom>
          <a:solidFill>
            <a:srgbClr val="7A1150"/>
          </a:solidFill>
          <a:ln/>
        </p:spPr>
      </p:sp>
      <p:sp>
        <p:nvSpPr>
          <p:cNvPr id="36" name="Shape 32"/>
          <p:cNvSpPr/>
          <p:nvPr/>
        </p:nvSpPr>
        <p:spPr>
          <a:xfrm>
            <a:off x="6414516" y="4553712"/>
            <a:ext cx="548640" cy="548640"/>
          </a:xfrm>
          <a:prstGeom prst="ellipse">
            <a:avLst/>
          </a:prstGeom>
          <a:solidFill>
            <a:srgbClr val="128A7E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4690872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100316" y="4434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github.com/devjestrada/disfraces-madi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Disfraces Madi  ·  TFM Máster en Desarrollo con IA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2026-07-22T01:36:58Z</dcterms:created>
  <dcterms:modified xsi:type="dcterms:W3CDTF">2026-07-22T01:36:58Z</dcterms:modified>
</cp:coreProperties>
</file>